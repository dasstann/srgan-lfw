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3474720" cy="6858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ПРОЕКТ · Generative Adversarial Networks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SRGAN: Super-Resolution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лиц на датасете LFW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Photo-realistic 4× upscaling   ·   PyTorch   ·   VGG19 perceptual loss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5212080"/>
            <a:ext cx="73152" cy="9144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5212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Жалмуханбетов Д. Н.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Преподаватель: Сапакова С. З.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Май 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5280" y="23774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32.33 dB</a:t>
            </a:r>
            <a:endParaRPr lang="en-US" sz="8000" dirty="0"/>
          </a:p>
        </p:txBody>
      </p:sp>
      <p:sp>
        <p:nvSpPr>
          <p:cNvPr id="10" name="Text 8"/>
          <p:cNvSpPr/>
          <p:nvPr/>
        </p:nvSpPr>
        <p:spPr>
          <a:xfrm>
            <a:off x="7955280" y="3566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на test-сете LFW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+3.09 dB к Bicubic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темы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6126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Super-Resolution для лиц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контроля посещаемости, видеонаблюдения и идентификации работают с кадрами низкого разрешения (32–64 px на лицо). Стандартные распознаватели на таких данных деградируют.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Обучить SRGAN, которая в 4 раза увеличивает разрешение лиц (32×32 → 128×128) с сохранением фотореалистичных текстур кожи, глаз и волос.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40880" y="1371600"/>
            <a:ext cx="4663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0" y="137160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269480" y="1508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13 233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269480" y="2148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изображений в LFW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040880" y="2880360"/>
            <a:ext cx="4663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40880" y="288036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30175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7269480" y="36576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 масштабирования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40880" y="4389120"/>
            <a:ext cx="4663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040880" y="4389120"/>
            <a:ext cx="73152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45262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loss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269480" y="5166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+ Adversarial + Perceptual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2/9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GAN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0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 (734 K параметров)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 9×9 → 64ch + PReLU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× Residual Block (Conv-BN-PReLU-Conv-BN)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 3×3 + BN, skip-connection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Upsample ×4: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 × Sub-Pixel Conv (PixelShuffle)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Conv 9×9 → 3ch + Tanh → [-1, 1]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371600"/>
            <a:ext cx="54864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 (5.2 M параметров)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46520" y="210312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VGG-style каскад: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× Conv 3×3, каналы 64 → 512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stride=2 через блок (уменьшение размера)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каждом блоке: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→ BatchNorm → LeakyReLU(0.2) → Dropout(0.3)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AdaptiveAvgPool → Conv 1×1 → Sigmoid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3/9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Используемый датасет: LFW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Faces in the Wild  (deepfunneled)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5943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sklearn.datasets.fetch_lfw_people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Всего изображений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13 233 RGB, 5 749 людей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(80 %)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10 586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(20 %)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2 647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HR-разрешение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128, нормализация [-1, 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LR-разрешение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× 32, диапазон [0, 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Препроцессинг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CenterCrop 150 → Resize → ToTensor → Normalize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разделения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(детерминированный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nb_imgs/cell08_ou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1371600"/>
            <a:ext cx="4846320" cy="4023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Пары LR (32 × 32) и HR (128 × 128) из LFW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4/9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обучения: двухфазная стратегия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109728" cy="21945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Generator  (10 эпох)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MSE loss — G учится корректной геометрии и цветовой палитре до подключения дискриминатора.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MSE 0.26 → 0.004 · PSNR 24.77 → 30.29 dB · SSIM 0.81 → 0.90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371600"/>
            <a:ext cx="109728" cy="21945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4630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3796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training  (40 эпох)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37960" y="22860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L_G = L_pixel + 1e-3 · L_adv + 6e-3 · L_perceptual (VGG19 / relu5_4)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PSNR 30.86 → 32.29 dB · SSIM 0.898 → 0.920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гиперпараметры и приёмы стабилизации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4581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(β1=0.9, β2=0.999)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83280" y="42519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20440" y="4581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508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581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52560" y="425196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weight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9720" y="45811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1e-3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weight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5404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6e-3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83280" y="507492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20440" y="5404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 для real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17920" y="507492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(D)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5404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в каждом блоке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052560" y="5074920"/>
            <a:ext cx="2697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51389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89720" y="540410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каждые 10 эпох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5/9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обучения: loss и метрики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" name="Image 0" descr="/tmp/nb_imgs/cell18_ou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371600"/>
            <a:ext cx="8412480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0" y="1371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наблюдения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0" y="1783080"/>
            <a:ext cx="2606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loss держится на 0.688–0.690 на всех 40 GAN-эпохах. Это математическое равновесие Nash для BCE → дискриминатор не доминирует.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завершается резким падением MSE → плавное продолжение в GAN-фазе без всплесков.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loss: пик 0.10 на старте GAN-фазы → монотонно опускается до 0.06.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PSNR/SSIM растут монотонно без качаний.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89204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Прогрессия одного и того же лица по эпохам:</a:t>
            </a:r>
            <a:endParaRPr lang="en-US" sz="1200" dirty="0"/>
          </a:p>
        </p:txBody>
      </p:sp>
      <p:pic>
        <p:nvPicPr>
          <p:cNvPr id="8" name="Image 1" descr="/tmp/nb_imgs/cell20_out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5212080"/>
            <a:ext cx="11155680" cy="10972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6/9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генерации: Bicubic vs SRGAN vs GT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pic>
        <p:nvPicPr>
          <p:cNvPr id="4" name="Image 0" descr="/tmp/nb_imgs/cell22_ou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7315200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381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38160" y="1783080"/>
            <a:ext cx="3566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Bicubic-апскейл даёт чёткую геометрию, но сглаживает все текстуры — кожа выглядит «пластиковой».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 восстанавливает текстуру кожи, чётче рисует границы глаз и волос.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каждом отдельном изображении прирост PSNR составляет +1.6 до +4.1 dB к Bicubic baseline.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под каждым изображением считаются попиксельно для конкретного сэмпла.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7/9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результатов на полном test-сете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48640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10972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32.33 dB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— SRGAN (ours)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371600"/>
            <a:ext cx="3657600" cy="10972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0.9205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— SRGAN (ours)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657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371600"/>
            <a:ext cx="3657600" cy="1097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554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+3.09 dB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к Bicubic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2918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Подробная сводка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111556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  <a:gridCol w="2926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PSNR ↑ (dB)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SSIM ↑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Параметры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Bicubic 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SRGAN (наша реализация)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734 K (G) + 5.2 M (D)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(улучшение)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11D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8/9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 полный SRGAN (Generator + Discriminator + adversarial training) и обучен на 50 эпохах LFW.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Добавлены: VGG19 perceptual loss, Dropout в D, label smoothing, двухфазное обучение — закрыли проблему доминирования 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Достигнут стабильный Nash-equilibrium (D loss ≈ 0.69 на протяжении всех 40 GAN-эпох).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качества vs Bicubic: +3.09 dB PSNR, +0.05 SSIM на полном test-сете.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0" y="548640"/>
            <a:ext cx="5120640" cy="5760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822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развивать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0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06640" y="19202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RRDB-блоки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к архитектуре ESRGAN — Residual-in-Residual Dense Block для более глубоких текстур.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29718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06640" y="297180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Relativistic 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Заменить стандартный BCE на относительный (RaGAN) — улучшает фотореалистичность.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402336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WGAN-GP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Wasserstein loss с gradient penalty как альтернативная стратегия стабилизации.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5074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406640" y="507492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CelebA-HQ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на лицах 1024×1024 для production-уровня качества.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Жалмуханбетов Д. Н.  ·  МУИТ, Computer Engineering  ·  Май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SRGAN-LFW · Финальный проект GANs · 9/9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SRGAN: Super-Resolution для лиц на датасете LFW</dc:title>
  <dc:subject>PptxGenJS Presentation</dc:subject>
  <dc:creator>Жалмуханбетов Д. Н.</dc:creator>
  <cp:lastModifiedBy>Жалмуханбетов Д. Н.</cp:lastModifiedBy>
  <cp:revision>1</cp:revision>
  <dcterms:created xsi:type="dcterms:W3CDTF">2026-05-20T02:30:09Z</dcterms:created>
  <dcterms:modified xsi:type="dcterms:W3CDTF">2026-05-20T02:30:09Z</dcterms:modified>
</cp:coreProperties>
</file>